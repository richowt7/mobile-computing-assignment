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81"/>
  </p:normalViewPr>
  <p:slideViewPr>
    <p:cSldViewPr snapToGrid="0">
      <p:cViewPr varScale="1">
        <p:scale>
          <a:sx n="144" d="100"/>
          <a:sy n="144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0F48-7872-4171-CB72-497AB42FB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B3D91-16ED-0513-1ADB-0316CDF2B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FE74C-DF7A-A0B0-B90B-06516096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282DF-83A1-0DE2-91BB-9AB9AC64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ACB2-3C21-177A-033D-9A2ACD81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35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F9E2-3B24-C3B5-FC6C-E335EDF42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8574E-5A49-0D1F-CEF7-9554E0567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952F3-5730-83B2-387E-1BF5A1C3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08875-FE17-E50F-96C7-96A88FCAE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1D1AE-4BD4-29EE-C9D0-D8C6F1D89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9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EE5C-B2C6-1785-DE73-DC3E0A162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8FBA2-65BE-F753-1ECB-4E449EDB1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B845D-168F-AC29-7E64-7232C24D1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0D3DA-F078-FE58-A6EE-E30A4167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4A917-5601-E6A0-364F-F9E9303FF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54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32058-A709-E3BE-78B8-9553774C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5E815-1D1E-8EA2-AC2A-B5B0F91FF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A2D30-6020-4767-C12E-1CB93C1C2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87AB8-4E2F-C590-78F7-526DB0A1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6862B-93C4-5E8E-2AFE-82B310F4F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85875-A324-6A87-C0D3-5D711E59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3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4BFA-AF65-818C-900A-40188201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F1A2D-E0D4-2FA0-1778-57977D7D4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FC29C2-A63C-2318-86A4-C82FE2298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7B46C-A749-CC6B-155F-69E1F8B6A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4BBA45-B3A6-7FF8-0E06-33416E462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934269-73B3-1E7E-3B2C-23798E0E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67CF5-F8F3-4F5F-D138-2698B44DF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DCB0F-42F0-99AB-87E1-16F5CB5B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0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7852-A26D-AABA-368E-E6541D56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6B6DC-9ECB-FD8E-E422-D3DC64CA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0D8B44-CC11-E0D5-8F8A-389C325E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3E9FA-7111-1CCB-4F1A-2E52D4C4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3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B5F38-FC2C-700B-C54E-DE157A61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92915-B7F2-55EB-47D4-2C4D1604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6BCC5-727C-695D-509F-5FEF8F23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7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F5671-4A5C-3553-FFFE-4659F1FB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1AC7E-9DD9-CFFF-549A-BA4E2C1E1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A7FF6-4605-ABB5-3D24-A700B5A82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2AE96-DCEB-6034-C381-384140D2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79D30-4423-7ED8-89CB-34D8321DE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F830F-6647-980F-F7C2-E8D6FD13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9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3C97-D50F-3F6B-81C6-9A98B9024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E7BEB5-CEDE-3C93-C976-286EE899C9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512FF-21A9-4A33-74E0-166B964DA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5325A-9800-E1FC-6DA9-96C6EA80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AD967-70B3-56ED-A3B1-6417FE2A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CDA41-6C38-88F0-7A02-1EAAC600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6DA5-521B-33CE-E1C8-308517BD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B10B0-4C10-164C-15CA-6D870115A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3B931-B568-F345-87F1-CEAB2AF6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351C8-51F9-1CBA-6B36-84411C75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555A3-FEE2-1EAD-4A9B-E754E7548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707584-9A44-77F9-CAAF-0491C8AE0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85FED-D956-0E76-3F06-486AEA29C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536B2-6836-2465-FA8F-B61466F7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E8C9C-0F8D-58A3-CE00-A6FD0D7E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45592-2D38-EA38-7E48-8BC7C350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3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05840-9235-FE57-DCB4-ABEE3EA5B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DAA00-C012-B28A-CD1A-9E2AE03A7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37FE-889A-5669-756F-BB038D224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DB6C1-3E98-F14E-B7C6-D5D21E644E99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5C498-5AE5-3AF8-1224-B3121C319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54500-FA5B-3747-F2B0-E6FDCEE8C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C36CA-853B-7B40-9266-34DAE4A6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722C-95E1-3678-A5E2-A4FDC9841D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CP3406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6C7F6-072F-5F0B-F544-BE71A86C5C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Mobil Computing</a:t>
            </a:r>
          </a:p>
        </p:txBody>
      </p:sp>
    </p:spTree>
    <p:extLst>
      <p:ext uri="{BB962C8B-B14F-4D97-AF65-F5344CB8AC3E}">
        <p14:creationId xmlns:p14="http://schemas.microsoft.com/office/powerpoint/2010/main" val="380059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CC09-97DC-EE72-7C0C-E0E9B2A96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27BBB-9C70-8394-2E1D-E7EA4B862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sz="1400" dirty="0"/>
              <a:t> Introduction to the Problem Statement (2 – 3 minutes)</a:t>
            </a:r>
            <a:br>
              <a:rPr lang="en-SG" sz="1400" dirty="0"/>
            </a:br>
            <a:r>
              <a:rPr lang="en-SG" sz="1400" dirty="0"/>
              <a:t>      - Briefly describe the problem you are trying to solve with your app.</a:t>
            </a:r>
            <a:br>
              <a:rPr lang="en-SG" sz="1400" dirty="0"/>
            </a:br>
            <a:r>
              <a:rPr lang="en-SG" sz="1400" dirty="0"/>
              <a:t>      - Discuss the relevance of the problem in today’s context and why it’s worth addressing.</a:t>
            </a:r>
            <a:br>
              <a:rPr lang="en-SG" sz="1400" dirty="0"/>
            </a:br>
            <a:r>
              <a:rPr lang="en-SG" sz="1400" dirty="0"/>
              <a:t>        Choose from one of the provided scenarios to develop your problem statement (see Appendix 1).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81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40AB-CC77-AD1C-ABC8-E944B76A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99FE0-E277-0D1D-CED4-5D17D389D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Cooking recipe app</a:t>
            </a:r>
          </a:p>
        </p:txBody>
      </p:sp>
    </p:spTree>
    <p:extLst>
      <p:ext uri="{BB962C8B-B14F-4D97-AF65-F5344CB8AC3E}">
        <p14:creationId xmlns:p14="http://schemas.microsoft.com/office/powerpoint/2010/main" val="141894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F06C-96F9-F159-4F04-1B39F3B9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D6E4B-D4E2-FC47-BB7A-F8D62AB3F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1400" dirty="0"/>
              <a:t>Define the target users for your app.</a:t>
            </a:r>
            <a:br>
              <a:rPr lang="en-SG" sz="1400" dirty="0"/>
            </a:br>
            <a:r>
              <a:rPr lang="en-SG" sz="1400" dirty="0"/>
              <a:t>Describe the user persona(s) that your app is designed for, including their needs,</a:t>
            </a:r>
            <a:br>
              <a:rPr lang="en-SG" sz="1400" dirty="0"/>
            </a:br>
            <a:r>
              <a:rPr lang="en-SG" sz="1400" dirty="0"/>
              <a:t>preferences, and behaviours.</a:t>
            </a:r>
            <a:r>
              <a:rPr lang="en-SG" sz="1400" dirty="0">
                <a:effectLst/>
              </a:rPr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3F39-048D-0466-90EB-1A55B9BAC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9638-C160-E616-77C4-B2CEB284C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-Steve</a:t>
            </a:r>
          </a:p>
          <a:p>
            <a:r>
              <a:rPr lang="en-US" dirty="0"/>
              <a:t>20 years old</a:t>
            </a:r>
          </a:p>
          <a:p>
            <a:r>
              <a:rPr lang="en-US" dirty="0"/>
              <a:t>Just recently learn how to cook</a:t>
            </a:r>
          </a:p>
          <a:p>
            <a:r>
              <a:rPr lang="en-US" dirty="0"/>
              <a:t>Struggle: doesn’t have a reliable way to get recipes</a:t>
            </a:r>
          </a:p>
          <a:p>
            <a:endParaRPr lang="en-US" dirty="0"/>
          </a:p>
          <a:p>
            <a:r>
              <a:rPr lang="en-US" dirty="0"/>
              <a:t>Amanda</a:t>
            </a:r>
          </a:p>
          <a:p>
            <a:r>
              <a:rPr lang="en-US" dirty="0"/>
              <a:t>35 years old</a:t>
            </a:r>
          </a:p>
          <a:p>
            <a:r>
              <a:rPr lang="en-US" dirty="0"/>
              <a:t>Wants to share her recipe around the world</a:t>
            </a:r>
          </a:p>
          <a:p>
            <a:r>
              <a:rPr lang="en-US" dirty="0"/>
              <a:t>Expert cook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714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5C62-4A20-2516-CD68-039CED6E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3FF62-D396-0704-4C5B-EF689DB1F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1400" dirty="0"/>
              <a:t>Identify at least two similar apps or competitors that are already in the market.</a:t>
            </a:r>
            <a:br>
              <a:rPr lang="en-SG" sz="1400" dirty="0"/>
            </a:br>
            <a:r>
              <a:rPr lang="en-SG" sz="1400" dirty="0"/>
              <a:t>Discuss how these apps solve the problem and what their strengths and weaknesses</a:t>
            </a:r>
            <a:br>
              <a:rPr lang="en-SG" sz="1400" dirty="0"/>
            </a:br>
            <a:r>
              <a:rPr lang="en-SG" sz="1400" dirty="0"/>
              <a:t>are.</a:t>
            </a:r>
            <a:br>
              <a:rPr lang="en-SG" sz="1400" dirty="0"/>
            </a:br>
            <a:r>
              <a:rPr lang="en-SG" sz="1400" dirty="0"/>
              <a:t>Explain how your app will differentiate itself from these competitors and offer unique</a:t>
            </a:r>
            <a:br>
              <a:rPr lang="en-SG" sz="1400" dirty="0"/>
            </a:br>
            <a:r>
              <a:rPr lang="en-SG" sz="1400" dirty="0"/>
              <a:t>value.</a:t>
            </a:r>
            <a:r>
              <a:rPr lang="en-SG" sz="1400" dirty="0">
                <a:effectLst/>
              </a:rPr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56113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72F9-A915-68A2-1313-C3AFE378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6E5E5-527B-4215-8464-7E94D97AC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• Provide an overview of the key features of your app based on the problem statement</a:t>
            </a:r>
            <a:br>
              <a:rPr lang="en-SG" dirty="0"/>
            </a:br>
            <a:r>
              <a:rPr lang="en-SG" dirty="0"/>
              <a:t>and your target audience.</a:t>
            </a:r>
            <a:br>
              <a:rPr lang="en-SG" dirty="0"/>
            </a:br>
            <a:r>
              <a:rPr lang="en-SG" dirty="0"/>
              <a:t>• Discuss how these features will address user needs.</a:t>
            </a:r>
            <a:r>
              <a:rPr lang="en-SG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916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1727-37A8-BA60-E46C-935F79A45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Mockups of scree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C37D-9269-6E12-3693-68546BFD0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1400" dirty="0"/>
              <a:t>• Show </a:t>
            </a:r>
            <a:r>
              <a:rPr lang="en-SG" sz="1400" dirty="0" err="1"/>
              <a:t>mockups</a:t>
            </a:r>
            <a:r>
              <a:rPr lang="en-SG" sz="1400" dirty="0"/>
              <a:t> of key screens and layout designs using Jetpack Compose.</a:t>
            </a:r>
            <a:br>
              <a:rPr lang="en-SG" sz="1400" dirty="0"/>
            </a:br>
            <a:r>
              <a:rPr lang="en-SG" sz="1400" dirty="0"/>
              <a:t>• Provide an overview of how you achieved these designs in code (i.e., what </a:t>
            </a:r>
            <a:r>
              <a:rPr lang="en-SG" sz="1400" dirty="0" err="1"/>
              <a:t>Composables</a:t>
            </a:r>
            <a:br>
              <a:rPr lang="en-SG" sz="1400" dirty="0"/>
            </a:br>
            <a:r>
              <a:rPr lang="en-SG" sz="1400" dirty="0"/>
              <a:t>did you use?).</a:t>
            </a:r>
            <a:br>
              <a:rPr lang="en-SG" sz="1400" dirty="0"/>
            </a:br>
            <a:r>
              <a:rPr lang="en-SG" sz="1400" dirty="0"/>
              <a:t>• Explain how each screen of feature fits into the user flow and the overall app</a:t>
            </a:r>
            <a:br>
              <a:rPr lang="en-SG" sz="1400" dirty="0"/>
            </a:br>
            <a:r>
              <a:rPr lang="en-SG" sz="1400" dirty="0"/>
              <a:t>functionality.</a:t>
            </a:r>
            <a:br>
              <a:rPr lang="en-SG" sz="1400" dirty="0"/>
            </a:br>
            <a:r>
              <a:rPr lang="en-SG" sz="1400" dirty="0"/>
              <a:t>• Discuss any challenges or trade-offs you have considered while designing and</a:t>
            </a:r>
            <a:br>
              <a:rPr lang="en-SG" sz="1400" dirty="0"/>
            </a:br>
            <a:r>
              <a:rPr lang="en-SG" sz="1400" dirty="0"/>
              <a:t>implementing the UI using Jetpack Compose and Material Design components.</a:t>
            </a:r>
            <a:r>
              <a:rPr lang="en-SG" sz="1400" dirty="0">
                <a:effectLst/>
              </a:rPr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05323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4B56-FFE9-2035-1E0F-CCB480904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BCBB-496F-8281-B3CA-F829790EA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• Present a brief timeline for the development of your app.</a:t>
            </a:r>
            <a:br>
              <a:rPr lang="en-SG" dirty="0"/>
            </a:br>
            <a:r>
              <a:rPr lang="en-SG" dirty="0"/>
              <a:t>• Break down the key milestones and deliverables (e.g., wireframe, MVP, testing).</a:t>
            </a:r>
            <a:br>
              <a:rPr lang="en-SG" dirty="0"/>
            </a:br>
            <a:r>
              <a:rPr lang="en-SG" dirty="0"/>
              <a:t>• Describe any project management strategies or frameworks that you will follow.</a:t>
            </a:r>
            <a:br>
              <a:rPr lang="en-SG" dirty="0"/>
            </a:br>
            <a:r>
              <a:rPr lang="en-SG" dirty="0"/>
              <a:t>• Ensure that the timeline aligns with the overall course schedule.</a:t>
            </a:r>
            <a:r>
              <a:rPr lang="en-SG" dirty="0">
                <a:effectLst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841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752B-E5E1-C80F-2701-628C6BCA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 and </a:t>
            </a:r>
            <a:r>
              <a:rPr lang="en-US" dirty="0" err="1"/>
              <a:t>vers</a:t>
            </a:r>
            <a:r>
              <a:rPr lang="en-US" dirty="0"/>
              <a:t>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EA4B-D2B8-FC6E-95FD-B3FD7256A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1400" dirty="0"/>
              <a:t>• Discuss your plan to use a GitHub repository for version control throughout the</a:t>
            </a:r>
            <a:br>
              <a:rPr lang="en-SG" sz="1400" dirty="0"/>
            </a:br>
            <a:r>
              <a:rPr lang="en-SG" sz="1400" dirty="0"/>
              <a:t>development of the app.</a:t>
            </a:r>
            <a:br>
              <a:rPr lang="en-SG" sz="1400" dirty="0"/>
            </a:br>
            <a:r>
              <a:rPr lang="en-SG" sz="1400" dirty="0"/>
              <a:t>• Provide a link to your GitHub repository where you will upload your code and project</a:t>
            </a:r>
            <a:br>
              <a:rPr lang="en-SG" sz="1400" dirty="0"/>
            </a:br>
            <a:r>
              <a:rPr lang="en-SG" sz="1400" dirty="0"/>
              <a:t>files (to be submitted with your presentation recording).</a:t>
            </a:r>
            <a:r>
              <a:rPr lang="en-SG" sz="1400" dirty="0">
                <a:effectLst/>
              </a:rPr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0562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428</Words>
  <Application>Microsoft Macintosh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CP3406</vt:lpstr>
      <vt:lpstr>Problem Statement</vt:lpstr>
      <vt:lpstr>PowerPoint Presentation</vt:lpstr>
      <vt:lpstr>Target Audience</vt:lpstr>
      <vt:lpstr>PowerPoint Presentation</vt:lpstr>
      <vt:lpstr>Competitor analysis</vt:lpstr>
      <vt:lpstr>Proposed features</vt:lpstr>
      <vt:lpstr>Mockups of scree</vt:lpstr>
      <vt:lpstr>Timeline</vt:lpstr>
      <vt:lpstr>Github repo and vers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Richo Winson Tandoto</dc:creator>
  <cp:lastModifiedBy>Richo Winson Tandoto</cp:lastModifiedBy>
  <cp:revision>1</cp:revision>
  <dcterms:created xsi:type="dcterms:W3CDTF">2025-10-01T11:13:47Z</dcterms:created>
  <dcterms:modified xsi:type="dcterms:W3CDTF">2025-10-01T11:25:52Z</dcterms:modified>
</cp:coreProperties>
</file>